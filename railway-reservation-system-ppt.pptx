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60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architectural thesis: this is not a monolith split into folders; it is service isolation, clear boundaries, and testable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establish the business value and technical intent before going into the detailed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external clients entering through the gateway, registry-based discovery, and service-owned databases. Paste your architecture image in the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why communication style differs by business need: Feign for immediate decisions, RabbitMQ for eventual side effects. Paste your ticket booking activity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show architectural maturity: security is not an annotation; it influences controller design and data mutation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mockConstruction and mockStatic as the differentiator: this demonstrates deep understanding of test isolation with hard-to-mock SDKs.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you a clean pause before screen sharing Swagger UI. Keep the live demo under 8–10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ERD appendix only if asked to deep dive on data boundaries, table ownership, or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appendix when the evaluator asks for class-level LLD and dependency boundaries in the Reservation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Railway Reservation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3C5F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Microservices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44179" y="342900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Cloud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31158" y="3416531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per Service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8177" y="3416531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RabbitMQ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99632" y="3416531"/>
            <a:ext cx="1261872" cy="292608"/>
          </a:xfrm>
          <a:prstGeom prst="roundRect">
            <a:avLst>
              <a:gd name="adj" fmla="val 18750"/>
            </a:avLst>
          </a:prstGeom>
          <a:solidFill>
            <a:srgbClr val="1D4ED8"/>
          </a:solidFill>
          <a:ln>
            <a:solidFill>
              <a:srgbClr val="1D4ED8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Security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619963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41080" y="804672"/>
            <a:ext cx="3200400" cy="3200400"/>
          </a:xfrm>
          <a:prstGeom prst="arc">
            <a:avLst/>
          </a:prstGeom>
          <a:noFill/>
          <a:ln w="38100">
            <a:solidFill>
              <a:srgbClr val="00A6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89720" y="1371600"/>
            <a:ext cx="3566160" cy="3566160"/>
          </a:xfrm>
          <a:prstGeom prst="arc">
            <a:avLst/>
          </a:prstGeom>
          <a:noFill/>
          <a:ln w="25400">
            <a:solidFill>
              <a:srgbClr val="3B82F6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74552" y="63093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BUILT AND WHY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Railway Reservation System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production-style railway booking platform designed around independent deployability, bounded contexts, and predictable failure boundaries.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33756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Goal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 microservices with API Gateway, Eureka discovery, and centralized configuration. Services own their schema and contracts.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333756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Coverage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User, Train, Schedule, Payment, Reservation, PNR, and Notification services map directly to business capabilities.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1965960"/>
            <a:ext cx="333756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Quality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zero-trust security, async email events, route bulk replace, profile upsert, and isolated Mockito tests for fast feedback.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evaluation message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" y="5001768"/>
            <a:ext cx="105613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Scales through independent services and database-per-service ownership.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Protects booking correctness through controlled orchestration and explicit state transitions.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Optimizes evaluator confidence with deterministic tests and no external network dependency.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· DISCOVERY · CONFIG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Railway Reservation System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69164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SPINE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38404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 Gateway centralizes routing and request entry.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Eureka enables service discovery and loose coupling.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Config Server externalizes environment-specific configuration.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microservice owns its own MySQL database.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RabbitMQ decouples notification workflow from booking latency.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5212080"/>
            <a:ext cx="3794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stance: infrastructure services are treated as platform capabilities, not domain logic.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325880"/>
            <a:ext cx="6629400" cy="49377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Diagram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0" y="5852160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1F79A3-EF1E-F043-52D0-CEEB1B417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72589"/>
            <a:ext cx="7202285" cy="56443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SYNCHRONOUS VS ASYNCHRONOUS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Inter-Service Communication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Railway Reservation System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37947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 path: Feign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request/response needs during booking: train details, payment order creation, and reservation orchestration.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971800"/>
            <a:ext cx="37947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path: RabbitMQ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notification events after booking confirmation so email delivery cannot block user-facing flow.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4617720"/>
            <a:ext cx="37947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boundary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failure reverses booking state; notification failures are audited without corrupting reservation state.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325880"/>
            <a:ext cx="6629400" cy="49377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PASTE IMAGE HERE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Ticket Booking Activity Diagram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0" y="5852160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empty placeholder intentionally left for your generated diagram.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385885-F5E8-209F-EC4E-A0D26B2ED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316" y="941833"/>
            <a:ext cx="6851904" cy="56692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UNDER DISTRIBUTED BOUNDARIES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Data Integrity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Railway Reservation System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075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assumes every service boundary is untrusted until identity, authorization, and state transitions are validated.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2743200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Zero-trust JWT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is resolved through Spring Security Context and injected into controllers. Business operations never trust client-supplied username.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1965960"/>
            <a:ext cx="2743200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Replace Scheduling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schedule updates delete and recreate a train itinerary as one deterministic replace operation, preventing mixed old/new stops.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65392" y="1965960"/>
            <a:ext cx="2743200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Upsert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profile creation and edit share one idempotent path, avoiding duplicate profiles while simplifying client behavior.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18904" y="1965960"/>
            <a:ext cx="1965960" cy="1874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PNR &amp; Status Flow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PNR generation is separated from reservation state transitions, keeping booking lifecycle explicit and auditable.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Integrity principles applied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" y="5074920"/>
            <a:ext cx="104241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Never derive user identity from request body when authenticated context already exists.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Prefer full replacement for ordered route data where partial updates can introduce inconsistencies.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irreversible side effects asynchronous and auditable whenever possible.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FEEDBACK WITHOUT EXTERNAL DEPENDENCIES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Testing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Railway Reservation System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3075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goal: validate orchestration and edge cases without starting slow Spring contexts or touching Razorpay/network resources.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33375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 Mockito Unit Tests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SpringBootTest for business logic. Constructor-injected collaborators are mocked directly for deterministic service tests.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4840" y="1874520"/>
            <a:ext cx="33375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 Isolation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mockConstruction intercepts RazorpayClient creation. mockStatic isolates signature verification utilities and prevents network calls.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1874520"/>
            <a:ext cx="333756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0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Sub-second Feedback
</a:t>
            </a: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tests exercise success paths, payment failure paths, repository saves, and state transitions with minimal runtime overhead.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Evaluator-ready proof points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04088" y="4928616"/>
            <a:ext cx="10332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External SDK is treated as an adapter boundary, not a dependency that leaks into domain tests.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Tests assert interactions and outputs around payment creation, verification, and reservation state.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 tests encourage more coverage and easier debugging during evaluation.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Demonstration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18745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49808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path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31546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Authenticate and capture JWT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Search train and inspect route schedule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Book ticket and initiate payment order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Verify payment and confirm reservation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Observe async notification event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1920240"/>
            <a:ext cx="310896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Swagger UI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17536" y="3154680"/>
            <a:ext cx="3611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74552" y="63093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— Database LLD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Railway Reservation System 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87452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DATABASE-PER-SERVICE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92224"/>
            <a:ext cx="374904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MySQL schema ownership aligns with microservice boundaries.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Cross-service references use stable IDs and API contracts rather than shared tables.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Reservation and payment records preserve auditable lifecycle state.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Notification logs capture asynchronous delivery outcomes separately.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709160"/>
            <a:ext cx="3703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325880"/>
            <a:ext cx="6629400" cy="49377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PASTE IMAGE HERE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Logical ER Diagram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0" y="5852160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empty placeholder intentionally left for your generated diagram.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FCDADD-A9DA-BD98-69FE-E7468C10A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782" y="1110996"/>
            <a:ext cx="7169035" cy="5367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 SERVICE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0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— Internal Component LLD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6446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Railway Reservation System · Technical Evaluation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2240280" cy="310896"/>
          </a:xfrm>
          <a:prstGeom prst="roundRect">
            <a:avLst/>
          </a:prstGeom>
          <a:solidFill>
            <a:srgbClr val="16A34A"/>
          </a:solidFill>
          <a:ln>
            <a:solidFill>
              <a:srgbClr val="16A34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 ORCHESTRATION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792224"/>
            <a:ext cx="374904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ReservationController accepts authenticated booking request.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ReservationService coordinates train lookup, payment initiation, and booking state.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Feign clients isolate synchronous service calls behind explicit interfaces.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Repository persists reservation state transitions and generated PNR.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RabbitTemplate publishes notification event after confirmed booking.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5212080"/>
            <a:ext cx="3703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325880"/>
            <a:ext cx="6629400" cy="49377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563E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PASTE IMAGE HERE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Reservation UML Class Diagram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0" y="5852160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empty placeholder intentionally left for your generated diagram.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EA341C-B076-42B7-AACF-2DA47B408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078991"/>
            <a:ext cx="7776557" cy="55321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1032</Words>
  <Application>Microsoft Office PowerPoint</Application>
  <PresentationFormat>Widescreen</PresentationFormat>
  <Paragraphs>121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Railway Reservation System: Microservices Architecture</dc:title>
  <dc:subject>Railway Reservation System technical evaluation</dc:subject>
  <dc:creator>OpenAI</dc:creator>
  <cp:lastModifiedBy>Akhilesh Yadav</cp:lastModifiedBy>
  <cp:revision>4</cp:revision>
  <dcterms:created xsi:type="dcterms:W3CDTF">2026-09-14T18:52:40Z</dcterms:created>
  <dcterms:modified xsi:type="dcterms:W3CDTF">2026-09-14T21:05:09Z</dcterms:modified>
</cp:coreProperties>
</file>